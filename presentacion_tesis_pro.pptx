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Optimización de Delivery con Drones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PDDRP con restricciones de tiempo y energía</a:t>
            </a:r>
          </a:p>
          <a:p>
            <a:r>
              <a:t>Angelo Sella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Crecimiento del e-commerce</a:t>
            </a:r>
          </a:p>
          <a:p>
            <a:r>
              <a:t>Necesidad de optimizar última milla</a:t>
            </a:r>
          </a:p>
          <a:p>
            <a:r>
              <a:t>Uso de drones como solución eficiente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Pickup to Delivery Drone Routing Problem (PDDRP)</a:t>
            </a:r>
          </a:p>
          <a:p>
            <a:r>
              <a:t>Minimizar makespan</a:t>
            </a:r>
          </a:p>
          <a:p>
            <a:r>
              <a:t>Problema NP-Hard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Modelo original no considera:</a:t>
            </a:r>
          </a:p>
          <a:p>
            <a:r>
              <a:t>Ventanas de tiempo</a:t>
            </a:r>
          </a:p>
          <a:p>
            <a:r>
              <a:t>Restricciones energéticas</a:t>
            </a:r>
          </a:p>
          <a:p>
            <a:r>
              <a:t>Impacto en aplicaciones reales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Extender el PDDRP</a:t>
            </a:r>
          </a:p>
          <a:p>
            <a:r>
              <a:t>Incorporar restricciones de tiempo y energía</a:t>
            </a:r>
          </a:p>
          <a:p>
            <a:r>
              <a:t>Desarrollar solución eficiente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Enfoque híbrido</a:t>
            </a:r>
          </a:p>
          <a:p>
            <a:r>
              <a:t>Modelo exacto (MILP - CPLEX)</a:t>
            </a:r>
          </a:p>
          <a:p>
            <a:r>
              <a:t>Metaheurística GRASP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Generación de instancias</a:t>
            </a:r>
          </a:p>
          <a:p>
            <a:r>
              <a:t>Resolución MILP (pequeñas)</a:t>
            </a:r>
          </a:p>
          <a:p>
            <a:r>
              <a:t>GRASP (grandes)</a:t>
            </a:r>
          </a:p>
          <a:p>
            <a:r>
              <a:t>Evaluación y comparación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Comparación entre métodos</a:t>
            </a:r>
          </a:p>
          <a:p>
            <a:r>
              <a:t>Uso de métricas:</a:t>
            </a:r>
          </a:p>
          <a:p>
            <a:r>
              <a:t>Makespan</a:t>
            </a:r>
          </a:p>
          <a:p>
            <a:r>
              <a:t>GAP</a:t>
            </a:r>
          </a:p>
          <a:p>
            <a:r>
              <a:t>Tiempo computacional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</a:t>
            </a:r>
          </a:p>
          <a:p>
            <a:r>
              <a:t>CPLEX</a:t>
            </a:r>
          </a:p>
          <a:p>
            <a:r>
              <a:t>NumPy, Pandas</a:t>
            </a:r>
          </a:p>
          <a:p>
            <a:r>
              <a:t>Matplotlib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Soluciones óptimas en instancias pequeñas</a:t>
            </a:r>
          </a:p>
          <a:p>
            <a:r>
              <a:t>Soluciones eficientes en grandes</a:t>
            </a:r>
          </a:p>
          <a:p>
            <a:r>
              <a:t>Validación del enfoque híbrido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Modelo más realista</a:t>
            </a:r>
          </a:p>
          <a:p>
            <a:r>
              <a:t>Aplicable a logística farmacéutica</a:t>
            </a:r>
          </a:p>
          <a:p>
            <a:r>
              <a:t>Aporte a optimización con drones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</Words>
  <Application>Microsoft Office PowerPoint</Application>
  <PresentationFormat>Presentación en pantalla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Optimización de Delivery con Drones</vt:lpstr>
      <vt:lpstr>Contexto</vt:lpstr>
      <vt:lpstr>Problema</vt:lpstr>
      <vt:lpstr>Brecha</vt:lpstr>
      <vt:lpstr>Objetivo General</vt:lpstr>
      <vt:lpstr>Metodología</vt:lpstr>
      <vt:lpstr>Flujo de solución</vt:lpstr>
      <vt:lpstr>Evaluación</vt:lpstr>
      <vt:lpstr>Herramientas</vt:lpstr>
      <vt:lpstr>Resultados Esperados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angelo sella sanhueza</cp:lastModifiedBy>
  <cp:revision>1</cp:revision>
  <dcterms:created xsi:type="dcterms:W3CDTF">2013-01-27T09:14:16Z</dcterms:created>
  <dcterms:modified xsi:type="dcterms:W3CDTF">2026-03-24T02:43:25Z</dcterms:modified>
  <cp:category/>
</cp:coreProperties>
</file>